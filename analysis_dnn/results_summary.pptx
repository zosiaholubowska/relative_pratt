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1"/>
  </p:normalViewPr>
  <p:slideViewPr>
    <p:cSldViewPr snapToGrid="0">
      <p:cViewPr>
        <p:scale>
          <a:sx n="100" d="100"/>
          <a:sy n="100" d="100"/>
        </p:scale>
        <p:origin x="90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AE7E9-4BDD-A42C-601A-5AF8DC61F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D9526C6-4E01-D25D-BE6C-D073EA698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D05A625-CFAE-9E48-49EE-35B493E3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23FBB5B-F5B3-FF63-B457-A866AD27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A77CF5E-D0E4-C214-C7D1-9A303F13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359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2EA5B4-3E1D-D076-ECF9-F32C925E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330246D-9793-BD9C-93A2-C1902A58A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DF9D276-B4BF-18AC-5115-7FEDE146C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9A9087-CEB4-2E63-89C0-FADC165E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78CF4DB-931D-3961-85BF-D1841101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14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993C83-89C7-5DC3-0C0F-05A4C68D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D8128CE-495D-A713-004A-2FEDB0E2B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01837A-D0B3-305F-94B5-1F8400FF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E105F8-02EE-E19B-2886-269B9941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990E26-6582-60EE-7447-C49D476C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21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9297E6-847C-9F2E-262E-450D2300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792A4C-3826-929C-C1FB-A80FEAAC1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A7E4EA-AE7A-E847-8396-36F96EA37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F441A39-A402-68DF-5DC3-26E091B2E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0C1F87C-9EF1-5A3B-0433-9182C5E2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64C022F-D187-7C18-4BEE-6621D8C7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073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C4B799-D17F-0084-A53A-9F7A56AC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4E86CD5-25ED-0752-0B0D-DA5633C91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136768-783F-0DBC-D9C2-5CE9EE297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AB43BA4-752B-8AB2-5ABE-88BC6258D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ACBD981-6F7D-3EF9-8050-A25FB565A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68BAAA4-AF6F-C285-7EB7-6881D671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801A6F8-84B3-DE30-DA04-C21EC877A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C9870A0-0152-BDCB-2477-2FCE5AC2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01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E8513C-0683-BFCD-A81A-1A62CFCB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993101A-62C1-B788-B201-7AE6A334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0A73452-1344-BEFF-5B3C-8A4872AC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4902970-E6F5-AEE8-196B-7CC5B0A7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79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7F474E6-E80E-707E-DC33-F9AC404C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694E83E-6BA0-5193-00B9-3C0EC8F2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E353C38-5FA0-BCB3-B232-B49F80C9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91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72E583-3542-C329-5999-53A9E2D5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BFED00F-073F-FE87-3C3F-0E6B79DE5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AB4C5E1-4B03-FE04-8E89-0E37CAED2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DBE4EA8-4CC6-D0FD-F939-CD19D63C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1050595-4E09-285C-2C1B-268C26111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2A77AFB-2F87-A94E-58A6-E0337E49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1915AD-B91E-0235-3FC3-7FA98799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F68D176-0509-C12B-74C1-CD161117928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DAD1957-247F-FDFF-90F1-0DF528F00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66BF999-8325-F0FA-BCF9-01768CB1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29AED71-2A8F-E0C5-807A-78E49BFC4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B5390C2-2714-1148-951D-50D80F0C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025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E1539B-803B-6AC4-B800-424BD723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FAF44CC-5A8A-492D-2B19-4FE3C3DBF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E188680-CE04-B4A6-FAFE-E445F0AF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C41289-9D92-B4D9-C4E6-27EC26BF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297AED9-B820-73FA-BB9C-5DC29F49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82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7E079AD-225D-4E30-14E3-74F6471B8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71A6A45-2F0B-7CF4-ACB8-622702736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B1FAD76-1BDF-36BF-A676-FB3A6201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A35B03C-78B1-28EB-B333-D4B175C9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6DCBA76-3E3D-C750-353E-5362755F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4BE0B8D0-1144-C172-60EA-BEBB556C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56E15E1-F82D-ACAA-79E0-CF6C5D3C5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A1B0E87-7C74-3ACF-2623-538EF20BA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6A419-5D01-774F-9FCD-B2AD8577F539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8F91B3D-B3DB-0B11-0F04-12EE93279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B21FB17-DDFD-68B1-9061-DAB90FB2D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D8533-9E08-7644-B924-E7FD6601B5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94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B52A92E5-4F99-A744-981C-6E8A012D0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FEM with DNN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11132AB-2062-9B4C-5EA6-B5A2D67F1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A787AF1E-78DB-A426-9E4C-FFAC42CBD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6D0B011-6A8D-9296-057D-D8EBF2AC3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13.10.2026</a:t>
            </a:r>
          </a:p>
        </p:txBody>
      </p:sp>
    </p:spTree>
    <p:extLst>
      <p:ext uri="{BB962C8B-B14F-4D97-AF65-F5344CB8AC3E}">
        <p14:creationId xmlns:p14="http://schemas.microsoft.com/office/powerpoint/2010/main" val="222941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a 10">
            <a:extLst>
              <a:ext uri="{FF2B5EF4-FFF2-40B4-BE49-F238E27FC236}">
                <a16:creationId xmlns:a16="http://schemas.microsoft.com/office/drawing/2014/main" id="{620721D4-7C25-192E-C166-6C967C7BA853}"/>
              </a:ext>
            </a:extLst>
          </p:cNvPr>
          <p:cNvGrpSpPr/>
          <p:nvPr/>
        </p:nvGrpSpPr>
        <p:grpSpPr>
          <a:xfrm>
            <a:off x="981872" y="773668"/>
            <a:ext cx="4572000" cy="5310664"/>
            <a:chOff x="981872" y="773668"/>
            <a:chExt cx="4572000" cy="5310664"/>
          </a:xfrm>
        </p:grpSpPr>
        <p:pic>
          <p:nvPicPr>
            <p:cNvPr id="5" name="Obraz 4">
              <a:extLst>
                <a:ext uri="{FF2B5EF4-FFF2-40B4-BE49-F238E27FC236}">
                  <a16:creationId xmlns:a16="http://schemas.microsoft.com/office/drawing/2014/main" id="{41D8ADBA-0AE3-9EC8-72FD-A6F1DB1BC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1872" y="1512332"/>
              <a:ext cx="4572000" cy="4572000"/>
            </a:xfrm>
            <a:prstGeom prst="rect">
              <a:avLst/>
            </a:prstGeom>
          </p:spPr>
        </p:pic>
        <p:sp>
          <p:nvSpPr>
            <p:cNvPr id="8" name="pole tekstowe 7">
              <a:extLst>
                <a:ext uri="{FF2B5EF4-FFF2-40B4-BE49-F238E27FC236}">
                  <a16:creationId xmlns:a16="http://schemas.microsoft.com/office/drawing/2014/main" id="{ACB4C491-5350-C8DF-E97F-EE82783610C6}"/>
                </a:ext>
              </a:extLst>
            </p:cNvPr>
            <p:cNvSpPr txBox="1"/>
            <p:nvPr/>
          </p:nvSpPr>
          <p:spPr>
            <a:xfrm>
              <a:off x="2718486" y="773668"/>
              <a:ext cx="2137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natural sounds</a:t>
              </a:r>
            </a:p>
          </p:txBody>
        </p:sp>
      </p:grpSp>
      <p:grpSp>
        <p:nvGrpSpPr>
          <p:cNvPr id="10" name="Grupa 9">
            <a:extLst>
              <a:ext uri="{FF2B5EF4-FFF2-40B4-BE49-F238E27FC236}">
                <a16:creationId xmlns:a16="http://schemas.microsoft.com/office/drawing/2014/main" id="{99F70200-D9D3-2743-1E42-24A26E4626CF}"/>
              </a:ext>
            </a:extLst>
          </p:cNvPr>
          <p:cNvGrpSpPr/>
          <p:nvPr/>
        </p:nvGrpSpPr>
        <p:grpSpPr>
          <a:xfrm>
            <a:off x="6353923" y="793430"/>
            <a:ext cx="4572000" cy="5271141"/>
            <a:chOff x="6353923" y="813191"/>
            <a:chExt cx="4572000" cy="5271141"/>
          </a:xfrm>
        </p:grpSpPr>
        <p:pic>
          <p:nvPicPr>
            <p:cNvPr id="7" name="Obraz 6">
              <a:extLst>
                <a:ext uri="{FF2B5EF4-FFF2-40B4-BE49-F238E27FC236}">
                  <a16:creationId xmlns:a16="http://schemas.microsoft.com/office/drawing/2014/main" id="{E3B7E980-1261-3AA1-33B2-385E78455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3923" y="1512332"/>
              <a:ext cx="4572000" cy="4572000"/>
            </a:xfrm>
            <a:prstGeom prst="rect">
              <a:avLst/>
            </a:prstGeom>
          </p:spPr>
        </p:pic>
        <p:sp>
          <p:nvSpPr>
            <p:cNvPr id="9" name="pole tekstowe 8">
              <a:extLst>
                <a:ext uri="{FF2B5EF4-FFF2-40B4-BE49-F238E27FC236}">
                  <a16:creationId xmlns:a16="http://schemas.microsoft.com/office/drawing/2014/main" id="{139899C7-7E8E-2854-A3CE-99CBD17B551E}"/>
                </a:ext>
              </a:extLst>
            </p:cNvPr>
            <p:cNvSpPr txBox="1"/>
            <p:nvPr/>
          </p:nvSpPr>
          <p:spPr>
            <a:xfrm>
              <a:off x="7887728" y="813191"/>
              <a:ext cx="2137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flute</a:t>
              </a:r>
            </a:p>
          </p:txBody>
        </p:sp>
      </p:grp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30AAC94-4E57-697D-380C-9473AD7216DD}"/>
              </a:ext>
            </a:extLst>
          </p:cNvPr>
          <p:cNvSpPr txBox="1"/>
          <p:nvPr/>
        </p:nvSpPr>
        <p:spPr>
          <a:xfrm>
            <a:off x="1781972" y="6027003"/>
            <a:ext cx="3771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Correlation between centroid and elevation difference:</a:t>
            </a:r>
          </a:p>
          <a:p>
            <a:r>
              <a:rPr lang="en-GB" sz="1200" dirty="0" err="1"/>
              <a:t>naturalsounds_basic</a:t>
            </a:r>
            <a:r>
              <a:rPr lang="en-GB" sz="1200" b="1" dirty="0"/>
              <a:t>: r = -0.235, p = 0.00233</a:t>
            </a:r>
          </a:p>
          <a:p>
            <a:r>
              <a:rPr lang="en-GB" sz="1200" dirty="0" err="1"/>
              <a:t>naturalsounds_flipped</a:t>
            </a:r>
            <a:r>
              <a:rPr lang="en-GB" sz="1200" dirty="0"/>
              <a:t>: r = 0.020, p = 0.796</a:t>
            </a:r>
          </a:p>
          <a:p>
            <a:r>
              <a:rPr lang="en-GB" sz="1200" dirty="0" err="1"/>
              <a:t>naturalsounds_prob_bias</a:t>
            </a:r>
            <a:r>
              <a:rPr lang="en-GB" sz="1200" dirty="0"/>
              <a:t>: </a:t>
            </a:r>
            <a:r>
              <a:rPr lang="en-GB" sz="1200" b="1" dirty="0"/>
              <a:t>r = 0.380, p = 4.96e-07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1999911B-7FCA-E8C7-A393-E469E476C6DC}"/>
              </a:ext>
            </a:extLst>
          </p:cNvPr>
          <p:cNvSpPr txBox="1"/>
          <p:nvPr/>
        </p:nvSpPr>
        <p:spPr>
          <a:xfrm>
            <a:off x="7070637" y="6027002"/>
            <a:ext cx="3771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Correlation between centroid and elevation difference:</a:t>
            </a:r>
          </a:p>
          <a:p>
            <a:r>
              <a:rPr lang="en-GB" sz="1200" dirty="0" err="1"/>
              <a:t>flute_basic</a:t>
            </a:r>
            <a:r>
              <a:rPr lang="en-GB" sz="1200" dirty="0"/>
              <a:t>: </a:t>
            </a:r>
            <a:r>
              <a:rPr lang="en-GB" sz="1200" b="1" dirty="0"/>
              <a:t>r = -0.479, p = 0.000245</a:t>
            </a:r>
          </a:p>
          <a:p>
            <a:r>
              <a:rPr lang="en-GB" sz="1200" dirty="0" err="1"/>
              <a:t>flute_flipped</a:t>
            </a:r>
            <a:r>
              <a:rPr lang="en-GB" sz="1200" dirty="0"/>
              <a:t>: r = -0.194, p = 0.161</a:t>
            </a:r>
          </a:p>
          <a:p>
            <a:r>
              <a:rPr lang="en-GB" sz="1200" dirty="0" err="1"/>
              <a:t>flute_prob_bias</a:t>
            </a:r>
            <a:r>
              <a:rPr lang="en-GB" sz="1200" dirty="0"/>
              <a:t>: </a:t>
            </a:r>
            <a:r>
              <a:rPr lang="en-GB" sz="1200" dirty="0">
                <a:solidFill>
                  <a:srgbClr val="FF0000"/>
                </a:solidFill>
              </a:rPr>
              <a:t>r = 0.202, p = 0.143</a:t>
            </a:r>
          </a:p>
        </p:txBody>
      </p:sp>
    </p:spTree>
    <p:extLst>
      <p:ext uri="{BB962C8B-B14F-4D97-AF65-F5344CB8AC3E}">
        <p14:creationId xmlns:p14="http://schemas.microsoft.com/office/powerpoint/2010/main" val="420416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75DA2203-513B-0156-899B-0983F34C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204" b="49218"/>
          <a:stretch>
            <a:fillRect/>
          </a:stretch>
        </p:blipFill>
        <p:spPr>
          <a:xfrm>
            <a:off x="774699" y="903036"/>
            <a:ext cx="9949753" cy="505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2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34D8688F-A4FB-BF50-B7BA-D3A4DF285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685800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0297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94</Words>
  <Application>Microsoft Macintosh PowerPoint</Application>
  <PresentationFormat>Panoramiczny</PresentationFormat>
  <Paragraphs>12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Motyw pakietu Office</vt:lpstr>
      <vt:lpstr>FEM with DNN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Zofia Hołubowska</dc:creator>
  <cp:lastModifiedBy>Zofia Hołubowska</cp:lastModifiedBy>
  <cp:revision>3</cp:revision>
  <dcterms:created xsi:type="dcterms:W3CDTF">2026-10-13T08:56:33Z</dcterms:created>
  <dcterms:modified xsi:type="dcterms:W3CDTF">2026-10-13T11:38:13Z</dcterms:modified>
</cp:coreProperties>
</file>