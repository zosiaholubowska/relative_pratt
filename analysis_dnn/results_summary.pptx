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8"/>
    <p:restoredTop sz="94671"/>
  </p:normalViewPr>
  <p:slideViewPr>
    <p:cSldViewPr snapToGrid="0">
      <p:cViewPr varScale="1">
        <p:scale>
          <a:sx n="104" d="100"/>
          <a:sy n="104" d="100"/>
        </p:scale>
        <p:origin x="56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35AE7E9-4BDD-A42C-601A-5AF8DC61FB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  <a:endParaRPr lang="en-GB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6D9526C6-4E01-D25D-BE6C-D073EA698A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en-GB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FD05A625-CFAE-9E48-49EE-35B493E35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6A419-5D01-774F-9FCD-B2AD8577F539}" type="datetimeFigureOut">
              <a:rPr lang="en-GB" smtClean="0"/>
              <a:t>19/10/2026</a:t>
            </a:fld>
            <a:endParaRPr lang="en-GB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E23FBB5B-F5B3-FF63-B457-A866AD274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A77CF5E-D0E4-C214-C7D1-9A303F135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8533-9E08-7644-B924-E7FD6601B5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359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72EA5B4-3E1D-D076-ECF9-F32C925E9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GB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330246D-9793-BD9C-93A2-C1902A58AE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GB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DF9D276-B4BF-18AC-5115-7FEDE146C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6A419-5D01-774F-9FCD-B2AD8577F539}" type="datetimeFigureOut">
              <a:rPr lang="en-GB" smtClean="0"/>
              <a:t>19/10/2026</a:t>
            </a:fld>
            <a:endParaRPr lang="en-GB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689A9087-CEB4-2E63-89C0-FADC165E6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78CF4DB-931D-3961-85BF-D18411019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8533-9E08-7644-B924-E7FD6601B5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7142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7993C83-89C7-5DC3-0C0F-05A4C68D5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  <a:endParaRPr lang="en-GB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BD8128CE-495D-A713-004A-2FEDB0E2B4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5001837A-D0B3-305F-94B5-1F8400FFC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6A419-5D01-774F-9FCD-B2AD8577F539}" type="datetimeFigureOut">
              <a:rPr lang="en-GB" smtClean="0"/>
              <a:t>19/10/2026</a:t>
            </a:fld>
            <a:endParaRPr lang="en-GB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FE105F8-02EE-E19B-2886-269B99414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5990E26-6582-60EE-7447-C49D476C1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8533-9E08-7644-B924-E7FD6601B5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6216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D9297E6-847C-9F2E-262E-450D23003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GB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B792A4C-3826-929C-C1FB-A80FEAAC1E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GB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85A7E4EA-AE7A-E847-8396-36F96EA371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GB"/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FF441A39-A402-68DF-5DC3-26E091B2E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6A419-5D01-774F-9FCD-B2AD8577F539}" type="datetimeFigureOut">
              <a:rPr lang="en-GB" smtClean="0"/>
              <a:t>19/10/2026</a:t>
            </a:fld>
            <a:endParaRPr lang="en-GB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C0C1F87C-9EF1-5A3B-0433-9182C5E2D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864C022F-D187-7C18-4BEE-6621D8C78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8533-9E08-7644-B924-E7FD6601B5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1073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8C4B799-D17F-0084-A53A-9F7A56AC9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GB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B4E86CD5-25ED-0752-0B0D-DA5633C91C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D3136768-783F-0DBC-D9C2-5CE9EE297D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GB"/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EAB43BA4-752B-8AB2-5ABE-88BC6258D7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5ACBD981-6F7D-3EF9-8050-A25FB565A0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GB"/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768BAAA4-AF6F-C285-7EB7-6881D6716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6A419-5D01-774F-9FCD-B2AD8577F539}" type="datetimeFigureOut">
              <a:rPr lang="en-GB" smtClean="0"/>
              <a:t>19/10/2026</a:t>
            </a:fld>
            <a:endParaRPr lang="en-GB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1801A6F8-84B3-DE30-DA04-C21EC877A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CC9870A0-0152-BDCB-2477-2FCE5AC2A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8533-9E08-7644-B924-E7FD6601B5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5015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1E8513C-0683-BFCD-A81A-1A62CFCB0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GB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9993101A-62C1-B788-B201-7AE6A3347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6A419-5D01-774F-9FCD-B2AD8577F539}" type="datetimeFigureOut">
              <a:rPr lang="en-GB" smtClean="0"/>
              <a:t>19/10/2026</a:t>
            </a:fld>
            <a:endParaRPr lang="en-GB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30A73452-1344-BEFF-5B3C-8A4872ACC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D4902970-E6F5-AEE8-196B-7CC5B0A77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8533-9E08-7644-B924-E7FD6601B5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9795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47F474E6-E80E-707E-DC33-F9AC404C8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6A419-5D01-774F-9FCD-B2AD8577F539}" type="datetimeFigureOut">
              <a:rPr lang="en-GB" smtClean="0"/>
              <a:t>19/10/2026</a:t>
            </a:fld>
            <a:endParaRPr lang="en-GB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8694E83E-6BA0-5193-00B9-3C0EC8F24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FE353C38-5FA0-BCB3-B232-B49F80C91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8533-9E08-7644-B924-E7FD6601B5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911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972E583-3542-C329-5999-53A9E2D57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GB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BFED00F-073F-FE87-3C3F-0E6B79DE5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GB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DAB4C5E1-4B03-FE04-8E89-0E37CAED22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2DBE4EA8-4CC6-D0FD-F939-CD19D63C2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6A419-5D01-774F-9FCD-B2AD8577F539}" type="datetimeFigureOut">
              <a:rPr lang="en-GB" smtClean="0"/>
              <a:t>19/10/2026</a:t>
            </a:fld>
            <a:endParaRPr lang="en-GB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81050595-4E09-285C-2C1B-268C26111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52A77AFB-2F87-A94E-58A6-E0337E49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8533-9E08-7644-B924-E7FD6601B5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97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01915AD-B91E-0235-3FC3-7FA987998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GB"/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6F68D176-0509-C12B-74C1-CD1611179284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FDAD1957-247F-FDFF-90F1-0DF528F000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366BF999-8325-F0FA-BCF9-01768CB12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6A419-5D01-774F-9FCD-B2AD8577F539}" type="datetimeFigureOut">
              <a:rPr lang="en-GB" smtClean="0"/>
              <a:t>19/10/2026</a:t>
            </a:fld>
            <a:endParaRPr lang="en-GB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729AED71-2A8F-E0C5-807A-78E49BFC4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6B5390C2-2714-1148-951D-50D80F0CD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8533-9E08-7644-B924-E7FD6601B5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40250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BE1539B-803B-6AC4-B800-424BD723E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GB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FFAF44CC-5A8A-492D-2B19-4FE3C3DBF4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GB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4E188680-CE04-B4A6-FAFE-E445F0AF7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6A419-5D01-774F-9FCD-B2AD8577F539}" type="datetimeFigureOut">
              <a:rPr lang="en-GB" smtClean="0"/>
              <a:t>19/10/2026</a:t>
            </a:fld>
            <a:endParaRPr lang="en-GB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5C41289-9D92-B4D9-C4E6-27EC26BFF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297AED9-B820-73FA-BB9C-5DC29F496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8533-9E08-7644-B924-E7FD6601B5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88252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D7E079AD-225D-4E30-14E3-74F6471B8A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GB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471A6A45-2F0B-7CF4-ACB8-6227027367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GB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BB1FAD76-1BDF-36BF-A676-FB3A6201B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6A419-5D01-774F-9FCD-B2AD8577F539}" type="datetimeFigureOut">
              <a:rPr lang="en-GB" smtClean="0"/>
              <a:t>19/10/2026</a:t>
            </a:fld>
            <a:endParaRPr lang="en-GB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6A35B03C-78B1-28EB-B333-D4B175C98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6DCBA76-3E3D-C750-353E-5362755FF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8533-9E08-7644-B924-E7FD6601B5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9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4BE0B8D0-1144-C172-60EA-BEBB556C7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GB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456E15E1-F82D-ACAA-79E0-CF6C5D3C55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GB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A1B0E87-7C74-3ACF-2623-538EF20BAF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66A419-5D01-774F-9FCD-B2AD8577F539}" type="datetimeFigureOut">
              <a:rPr lang="en-GB" smtClean="0"/>
              <a:t>19/10/2026</a:t>
            </a:fld>
            <a:endParaRPr lang="en-GB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8F91B3D-B3DB-0B11-0F04-12EE932797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B21FB17-DDFD-68B1-9061-DAB90FB2DF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2D8533-9E08-7644-B924-E7FD6601B50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1948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ytuł 3">
            <a:extLst>
              <a:ext uri="{FF2B5EF4-FFF2-40B4-BE49-F238E27FC236}">
                <a16:creationId xmlns:a16="http://schemas.microsoft.com/office/drawing/2014/main" id="{B52A92E5-4F99-A744-981C-6E8A012D0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FEM with DNN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111132AB-2062-9B4C-5EA6-B5A2D67F10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532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ytuł 3">
            <a:extLst>
              <a:ext uri="{FF2B5EF4-FFF2-40B4-BE49-F238E27FC236}">
                <a16:creationId xmlns:a16="http://schemas.microsoft.com/office/drawing/2014/main" id="{A787AF1E-78DB-A426-9E4C-FFAC42CBD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26D0B011-6A8D-9296-057D-D8EBF2AC3A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13.10.2026</a:t>
            </a:r>
          </a:p>
        </p:txBody>
      </p:sp>
    </p:spTree>
    <p:extLst>
      <p:ext uri="{BB962C8B-B14F-4D97-AF65-F5344CB8AC3E}">
        <p14:creationId xmlns:p14="http://schemas.microsoft.com/office/powerpoint/2010/main" val="2229418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a 10">
            <a:extLst>
              <a:ext uri="{FF2B5EF4-FFF2-40B4-BE49-F238E27FC236}">
                <a16:creationId xmlns:a16="http://schemas.microsoft.com/office/drawing/2014/main" id="{620721D4-7C25-192E-C166-6C967C7BA853}"/>
              </a:ext>
            </a:extLst>
          </p:cNvPr>
          <p:cNvGrpSpPr/>
          <p:nvPr/>
        </p:nvGrpSpPr>
        <p:grpSpPr>
          <a:xfrm>
            <a:off x="981872" y="773668"/>
            <a:ext cx="4572000" cy="5310664"/>
            <a:chOff x="981872" y="773668"/>
            <a:chExt cx="4572000" cy="5310664"/>
          </a:xfrm>
        </p:grpSpPr>
        <p:pic>
          <p:nvPicPr>
            <p:cNvPr id="5" name="Obraz 4">
              <a:extLst>
                <a:ext uri="{FF2B5EF4-FFF2-40B4-BE49-F238E27FC236}">
                  <a16:creationId xmlns:a16="http://schemas.microsoft.com/office/drawing/2014/main" id="{41D8ADBA-0AE3-9EC8-72FD-A6F1DB1BC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81872" y="1512332"/>
              <a:ext cx="4572000" cy="4572000"/>
            </a:xfrm>
            <a:prstGeom prst="rect">
              <a:avLst/>
            </a:prstGeom>
          </p:spPr>
        </p:pic>
        <p:sp>
          <p:nvSpPr>
            <p:cNvPr id="8" name="pole tekstowe 7">
              <a:extLst>
                <a:ext uri="{FF2B5EF4-FFF2-40B4-BE49-F238E27FC236}">
                  <a16:creationId xmlns:a16="http://schemas.microsoft.com/office/drawing/2014/main" id="{ACB4C491-5350-C8DF-E97F-EE82783610C6}"/>
                </a:ext>
              </a:extLst>
            </p:cNvPr>
            <p:cNvSpPr txBox="1"/>
            <p:nvPr/>
          </p:nvSpPr>
          <p:spPr>
            <a:xfrm>
              <a:off x="2718486" y="773668"/>
              <a:ext cx="21377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 dirty="0"/>
                <a:t>natural sounds</a:t>
              </a:r>
            </a:p>
          </p:txBody>
        </p:sp>
      </p:grpSp>
      <p:grpSp>
        <p:nvGrpSpPr>
          <p:cNvPr id="10" name="Grupa 9">
            <a:extLst>
              <a:ext uri="{FF2B5EF4-FFF2-40B4-BE49-F238E27FC236}">
                <a16:creationId xmlns:a16="http://schemas.microsoft.com/office/drawing/2014/main" id="{99F70200-D9D3-2743-1E42-24A26E4626CF}"/>
              </a:ext>
            </a:extLst>
          </p:cNvPr>
          <p:cNvGrpSpPr/>
          <p:nvPr/>
        </p:nvGrpSpPr>
        <p:grpSpPr>
          <a:xfrm>
            <a:off x="6353923" y="793430"/>
            <a:ext cx="4572000" cy="5271141"/>
            <a:chOff x="6353923" y="813191"/>
            <a:chExt cx="4572000" cy="5271141"/>
          </a:xfrm>
        </p:grpSpPr>
        <p:pic>
          <p:nvPicPr>
            <p:cNvPr id="7" name="Obraz 6">
              <a:extLst>
                <a:ext uri="{FF2B5EF4-FFF2-40B4-BE49-F238E27FC236}">
                  <a16:creationId xmlns:a16="http://schemas.microsoft.com/office/drawing/2014/main" id="{E3B7E980-1261-3AA1-33B2-385E784557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53923" y="1512332"/>
              <a:ext cx="4572000" cy="4572000"/>
            </a:xfrm>
            <a:prstGeom prst="rect">
              <a:avLst/>
            </a:prstGeom>
          </p:spPr>
        </p:pic>
        <p:sp>
          <p:nvSpPr>
            <p:cNvPr id="9" name="pole tekstowe 8">
              <a:extLst>
                <a:ext uri="{FF2B5EF4-FFF2-40B4-BE49-F238E27FC236}">
                  <a16:creationId xmlns:a16="http://schemas.microsoft.com/office/drawing/2014/main" id="{139899C7-7E8E-2854-A3CE-99CBD17B551E}"/>
                </a:ext>
              </a:extLst>
            </p:cNvPr>
            <p:cNvSpPr txBox="1"/>
            <p:nvPr/>
          </p:nvSpPr>
          <p:spPr>
            <a:xfrm>
              <a:off x="7887728" y="813191"/>
              <a:ext cx="21377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 dirty="0"/>
                <a:t>flute</a:t>
              </a:r>
            </a:p>
          </p:txBody>
        </p:sp>
      </p:grp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330AAC94-4E57-697D-380C-9473AD7216DD}"/>
              </a:ext>
            </a:extLst>
          </p:cNvPr>
          <p:cNvSpPr txBox="1"/>
          <p:nvPr/>
        </p:nvSpPr>
        <p:spPr>
          <a:xfrm>
            <a:off x="1781972" y="6027003"/>
            <a:ext cx="37719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Correlation between centroid and elevation difference:</a:t>
            </a:r>
          </a:p>
          <a:p>
            <a:r>
              <a:rPr lang="en-GB" sz="1200" dirty="0" err="1"/>
              <a:t>naturalsounds_basic</a:t>
            </a:r>
            <a:r>
              <a:rPr lang="en-GB" sz="1200" b="1" dirty="0"/>
              <a:t>: r = -0.235, p = 0.00233</a:t>
            </a:r>
          </a:p>
          <a:p>
            <a:r>
              <a:rPr lang="en-GB" sz="1200" dirty="0" err="1"/>
              <a:t>naturalsounds_flipped</a:t>
            </a:r>
            <a:r>
              <a:rPr lang="en-GB" sz="1200" dirty="0"/>
              <a:t>: r = 0.020, p = 0.796</a:t>
            </a:r>
          </a:p>
          <a:p>
            <a:r>
              <a:rPr lang="en-GB" sz="1200" dirty="0" err="1"/>
              <a:t>naturalsounds_prob_bias</a:t>
            </a:r>
            <a:r>
              <a:rPr lang="en-GB" sz="1200" dirty="0"/>
              <a:t>: </a:t>
            </a:r>
            <a:r>
              <a:rPr lang="en-GB" sz="1200" b="1" dirty="0"/>
              <a:t>r = 0.380, p = 4.96e-07</a:t>
            </a:r>
          </a:p>
        </p:txBody>
      </p:sp>
      <p:sp>
        <p:nvSpPr>
          <p:cNvPr id="15" name="pole tekstowe 14">
            <a:extLst>
              <a:ext uri="{FF2B5EF4-FFF2-40B4-BE49-F238E27FC236}">
                <a16:creationId xmlns:a16="http://schemas.microsoft.com/office/drawing/2014/main" id="{1999911B-7FCA-E8C7-A393-E469E476C6DC}"/>
              </a:ext>
            </a:extLst>
          </p:cNvPr>
          <p:cNvSpPr txBox="1"/>
          <p:nvPr/>
        </p:nvSpPr>
        <p:spPr>
          <a:xfrm>
            <a:off x="7070637" y="6027002"/>
            <a:ext cx="37719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Correlation between centroid and elevation difference:</a:t>
            </a:r>
          </a:p>
          <a:p>
            <a:r>
              <a:rPr lang="en-GB" sz="1200" dirty="0" err="1"/>
              <a:t>flute_basic</a:t>
            </a:r>
            <a:r>
              <a:rPr lang="en-GB" sz="1200" dirty="0"/>
              <a:t>: </a:t>
            </a:r>
            <a:r>
              <a:rPr lang="en-GB" sz="1200" b="1" dirty="0"/>
              <a:t>r = -0.479, p = 0.000245</a:t>
            </a:r>
          </a:p>
          <a:p>
            <a:r>
              <a:rPr lang="en-GB" sz="1200" dirty="0" err="1"/>
              <a:t>flute_flipped</a:t>
            </a:r>
            <a:r>
              <a:rPr lang="en-GB" sz="1200" dirty="0"/>
              <a:t>: r = -0.194, p = 0.161</a:t>
            </a:r>
          </a:p>
          <a:p>
            <a:r>
              <a:rPr lang="en-GB" sz="1200" dirty="0" err="1"/>
              <a:t>flute_prob_bias</a:t>
            </a:r>
            <a:r>
              <a:rPr lang="en-GB" sz="1200" dirty="0"/>
              <a:t>: </a:t>
            </a:r>
            <a:r>
              <a:rPr lang="en-GB" sz="1200" dirty="0">
                <a:solidFill>
                  <a:srgbClr val="FF0000"/>
                </a:solidFill>
              </a:rPr>
              <a:t>r = 0.202, p = 0.143</a:t>
            </a:r>
          </a:p>
        </p:txBody>
      </p:sp>
    </p:spTree>
    <p:extLst>
      <p:ext uri="{BB962C8B-B14F-4D97-AF65-F5344CB8AC3E}">
        <p14:creationId xmlns:p14="http://schemas.microsoft.com/office/powerpoint/2010/main" val="4204161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>
            <a:extLst>
              <a:ext uri="{FF2B5EF4-FFF2-40B4-BE49-F238E27FC236}">
                <a16:creationId xmlns:a16="http://schemas.microsoft.com/office/drawing/2014/main" id="{75DA2203-513B-0156-899B-0983F34C65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9204" b="49218"/>
          <a:stretch>
            <a:fillRect/>
          </a:stretch>
        </p:blipFill>
        <p:spPr>
          <a:xfrm>
            <a:off x="774699" y="903036"/>
            <a:ext cx="9949753" cy="505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4215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>
            <a:extLst>
              <a:ext uri="{FF2B5EF4-FFF2-40B4-BE49-F238E27FC236}">
                <a16:creationId xmlns:a16="http://schemas.microsoft.com/office/drawing/2014/main" id="{34D8688F-A4FB-BF50-B7BA-D3A4DF285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00" y="685800"/>
            <a:ext cx="73152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7029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ole tekstowe 1">
            <a:extLst>
              <a:ext uri="{FF2B5EF4-FFF2-40B4-BE49-F238E27FC236}">
                <a16:creationId xmlns:a16="http://schemas.microsoft.com/office/drawing/2014/main" id="{5983ED49-19B6-588C-8519-9E95A12F485C}"/>
              </a:ext>
            </a:extLst>
          </p:cNvPr>
          <p:cNvSpPr txBox="1"/>
          <p:nvPr/>
        </p:nvSpPr>
        <p:spPr>
          <a:xfrm>
            <a:off x="580768" y="308919"/>
            <a:ext cx="47449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when the model gets also to tones from Marlen’s experiment in the training, downward trend is gone. 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F6E23612-36C7-E537-88BD-3C223A32A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1143000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274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6705A45-73F1-FD2D-B82E-78FB6FDEF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2F47D7F7-53CE-C83F-CF5C-464F0C9C0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19.10.2026</a:t>
            </a:r>
          </a:p>
        </p:txBody>
      </p:sp>
    </p:spTree>
    <p:extLst>
      <p:ext uri="{BB962C8B-B14F-4D97-AF65-F5344CB8AC3E}">
        <p14:creationId xmlns:p14="http://schemas.microsoft.com/office/powerpoint/2010/main" val="3179398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>
            <a:extLst>
              <a:ext uri="{FF2B5EF4-FFF2-40B4-BE49-F238E27FC236}">
                <a16:creationId xmlns:a16="http://schemas.microsoft.com/office/drawing/2014/main" id="{249CB861-429C-CFB9-6D1B-A0E00B44B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72" y="1127234"/>
            <a:ext cx="12080328" cy="483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8263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>
            <a:extLst>
              <a:ext uri="{FF2B5EF4-FFF2-40B4-BE49-F238E27FC236}">
                <a16:creationId xmlns:a16="http://schemas.microsoft.com/office/drawing/2014/main" id="{CAC13154-8A78-7777-200B-C15F51C91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667367"/>
            <a:ext cx="3517119" cy="3517119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CD67800-37AC-4E14-89B0-F79DCB3FB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16560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Obraz 6">
            <a:extLst>
              <a:ext uri="{FF2B5EF4-FFF2-40B4-BE49-F238E27FC236}">
                <a16:creationId xmlns:a16="http://schemas.microsoft.com/office/drawing/2014/main" id="{0053E050-5ED9-05E4-F0E6-616D8F5E3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0676" y="1657254"/>
            <a:ext cx="3537345" cy="353734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0F1788F-A5AE-4188-8274-F7F2E3833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99592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Obraz 2">
            <a:extLst>
              <a:ext uri="{FF2B5EF4-FFF2-40B4-BE49-F238E27FC236}">
                <a16:creationId xmlns:a16="http://schemas.microsoft.com/office/drawing/2014/main" id="{A8AEEA96-25A7-1C7A-817C-E13DDFDF24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336" y="1667368"/>
            <a:ext cx="3517120" cy="3517120"/>
          </a:xfrm>
          <a:prstGeom prst="rect">
            <a:avLst/>
          </a:prstGeom>
        </p:spPr>
      </p:pic>
      <p:sp>
        <p:nvSpPr>
          <p:cNvPr id="8" name="pole tekstowe 7">
            <a:extLst>
              <a:ext uri="{FF2B5EF4-FFF2-40B4-BE49-F238E27FC236}">
                <a16:creationId xmlns:a16="http://schemas.microsoft.com/office/drawing/2014/main" id="{712B3F0B-80E7-D0A6-3BDC-22E06FED660E}"/>
              </a:ext>
            </a:extLst>
          </p:cNvPr>
          <p:cNvSpPr txBox="1"/>
          <p:nvPr/>
        </p:nvSpPr>
        <p:spPr>
          <a:xfrm>
            <a:off x="1291493" y="1204555"/>
            <a:ext cx="2478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Harmonic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F1B19D03-4145-2D45-28DE-DD696A493ACC}"/>
              </a:ext>
            </a:extLst>
          </p:cNvPr>
          <p:cNvSpPr txBox="1"/>
          <p:nvPr/>
        </p:nvSpPr>
        <p:spPr>
          <a:xfrm>
            <a:off x="5121812" y="1204555"/>
            <a:ext cx="2478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Flute</a:t>
            </a:r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FDEAFFC3-0854-002B-D859-E4C37085C10C}"/>
              </a:ext>
            </a:extLst>
          </p:cNvPr>
          <p:cNvSpPr txBox="1"/>
          <p:nvPr/>
        </p:nvSpPr>
        <p:spPr>
          <a:xfrm>
            <a:off x="8952131" y="1204555"/>
            <a:ext cx="2478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Viola</a:t>
            </a:r>
          </a:p>
        </p:txBody>
      </p:sp>
    </p:spTree>
    <p:extLst>
      <p:ext uri="{BB962C8B-B14F-4D97-AF65-F5344CB8AC3E}">
        <p14:creationId xmlns:p14="http://schemas.microsoft.com/office/powerpoint/2010/main" val="3930952448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117</Words>
  <Application>Microsoft Macintosh PowerPoint</Application>
  <PresentationFormat>Panoramiczny</PresentationFormat>
  <Paragraphs>17</Paragraphs>
  <Slides>9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Motyw pakietu Office</vt:lpstr>
      <vt:lpstr>FEM with DNN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Zofia Hołubowska</dc:creator>
  <cp:lastModifiedBy>Zofia Hołubowska</cp:lastModifiedBy>
  <cp:revision>5</cp:revision>
  <dcterms:created xsi:type="dcterms:W3CDTF">2026-10-13T08:56:33Z</dcterms:created>
  <dcterms:modified xsi:type="dcterms:W3CDTF">2026-10-19T12:01:46Z</dcterms:modified>
</cp:coreProperties>
</file>